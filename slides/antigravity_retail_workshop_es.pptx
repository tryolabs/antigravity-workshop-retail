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la bienvenida en nombre de Tryolabs. Destaca el formato 10% teoría / 90% práctica y la combinación de datos técnicos con datos comerciales (contratos, ventas, ingresos/márgenes).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la agenda de 4 horas y cómo los participantes usarán Antigravity con los prompts optimizados de PROMPTS.es.md y las guías en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en detalle cómo funciona Antigravity por dentro: ensamblaje jerárquico de contexto, razonamiento intercalado, compuerta determinista de hooks/sandbox y bucle de autoverificación.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Muestra las tres superficies (Antigravity 2.0, IDE y CLI) y cómo combinar @ menciones, /plan y Cmd+I.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Revisa los Objetivos del Lab 1 de Retail y los dos servicios que los asistentes repararán.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Mantén esta diapositiva proyectada durante el Lab 1 de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el mecanismo interno de divulgación progresiva (progressive disclosure) y por qué permite tener decenas de skills sin consumir tokens innecesarios.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Revisa los Objetivos del Lab 2 de Retail y los archivos de personalización que construirán.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Mantén esta diapositiva visible durante el Lab 2 de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clave de seguridad y gobernanza: muestra en la consola de Google Cloud cómo se auditan las licencias Gemini Enterprise y cómo los Hooks locales bloquean acciones riesgosas.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Revisa los Objetivos del Lab 3 de Retail y los componentes FastMCP + Hook que construirán.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Mantén esta diapositiva proyectada durante el Lab 3 de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 cómo Antigravity ayuda a diseñar y programar el sistema multi-agente basado en Google ADK + protocolo A2A, cómo probarlo localmente con `adk web` y cómo desplegarlo con Terraform a Google Cloud y Gemini Enterprise.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 los Objetivos del Lab 4 Capstone de Retail y los 3 componentes que construirán.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Mantén esta diapositiva proyectada durante el Lab 4 Capstone de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TALLER EJECUTIVO TRYOLABS • 4 HORAS (10% TEORÍA / 90% LABORATORIOS PRÁCTICOS)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Ingeniería Agéntica con Google Antigravity — Edición Retail: Construyendo 'Retail Pulse'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Enrutamiento Omnicanal, Sincronización True ATP e Inteligencia de Márgenes y Contratos OTIF (Impartido por Tryolabs)</a:t>
            </a:r>
          </a:p>
        </p:txBody>
      </p:sp>
      <p:pic>
        <p:nvPicPr>
          <p:cNvPr id="8" name="Picture 7" descr="retail_domain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Misión del Taller y Arquitectura de Datos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Datos Técnicos WMS/POS: 150 nodos de inventario (2 DCs + 4 Tiendas), 25 SKUs con GS1 GTIN-14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Streams de Webhooks y Escaneos: 120 eventos POS/WMS/EDI 856 en JSONL con bloqueos BOPIS y merma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Datos Comerciales: 200 órdenes omnicanal (LTV Clientes VIP DIAMOND/GOLD, precio vs costo)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Contratos de Proveedores OTIF: 10 acuerdos comerciales ($500K–$5.5M, metas OTIF y penalizaciones)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Impacto Medible: Detener $35,113.25 de fuga de margen, rescatar 35 órdenes VIP y cobrar $98,250 OTIF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Ejecución 100% Local en Laptop + Despliegue Terraform a Cloud Run y Gemini Enterprise    |    Slide 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AGENDA Y PROGRESIÓN • 24M TEORÍA / 216M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Ruta Práctica de 4 Horas: Del Triage a Sistemas Multi-Agente ADK y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Cuatro cápsulas teóricas de 6 minutos seguidas de cuatro laboratorios progresivos de 52–55 minutos</a:t>
            </a:r>
          </a:p>
        </p:txBody>
      </p:sp>
      <p:pic>
        <p:nvPicPr>
          <p:cNvPr id="8" name="Picture 7" descr="roadmap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Cronograma Minuto a Minuto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Hora 1 (00:00–00:58): [6m Teoría] Arquitectura Interna y Superficies → [52m Lab 1] Triage y Recuperación Financiera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Hora 2 (00:58–01:58): [6m Teoría] Rules y Skills Progresivos → [54m Lab 2] Estándares de Dominio y Skill Ejecutivo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Hora 3 (01:58–02:59): [6m Teoría] MCP, Hooks y Gobernanza Cloud → [55m Lab 3] Servidor FastMCP Local y Hooks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Hora 4 (02:59–04:00): [6m Teoría] Subagentes, ADK, A2A y Terraform → [55m Lab 4] Capstone Multi-Agente, ADK Dev UI y Cloud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Checkpoints Auto-Recuperables: ¡Ejecutar ./labs/lab-0X/install.sh aplica las soluciones previas automáticamente!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Cada laboratorio incluye LAB_0X_INSTRUCTIONS_ES.pdf, README.es.md, PROMPTS.es.md, install.sh y verify.sh.    |    Slide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1A (3 MINUTOS) • FUNCIONAMIENTO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Cómo Funciona Google Antigravity Internamente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Dentro del planificador cognitivo, ensamblador de contexto, compuerta de seguridad y runtime en sandbox</a:t>
            </a:r>
          </a:p>
        </p:txBody>
      </p:sp>
      <p:pic>
        <p:nvPicPr>
          <p:cNvPr id="8" name="Picture 7" descr="arch_internal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El Ciclo Interno de Ejecución en 5 Etapas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1. Cargador Progresivo de Contexto: Recorre el árbol de directorios buscando GEMINI.md y .agents/rules, indexa metadatos YAML de SKILL.md, resuelve menciones @ y gestiona transcript.jsonl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2. Planificador Gemini Enterprise: Genera razonamiento intercalado (thinking), sintetiza planes (/plan) y despacha herramientas o subagentes en paralelo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3. Compuerta Determinista de Seguridad: Evalúa hooks PreToolUse (código 2 bloquea la acción), políticas de ejecución, ACLs y sandbox de terminal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4. Runtime de Herramientas y Puente MCP: Aplica diffs exactos, ejecuta pytest en sandbox e invoca herramientas FastMCP por stdio/SSE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5. Verificación en Bucle Cerrado: Ejecuta hooks PostToolUse, analiza resultados de tests y se autocorrige hasta pasar todas las pruebas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Concepto Clave: Antigravity no es solo un chat, sino un motor de ingeniería en bucle cerrado verificable.    |    Slide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1B (3 MINUTOS) • SUPERFICIES Y MODALIDADES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Antigravity 2.0, IDE y CLI (`agy`) — Modalidades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Seleccionando la modalidad y comando slash ideal para cada tarea de ingeniería</a:t>
            </a:r>
          </a:p>
        </p:txBody>
      </p:sp>
      <p:pic>
        <p:nvPicPr>
          <p:cNvPr id="8" name="Picture 7" descr="surface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Funcionalidades que Explorarás Hoy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Modalidad Pasiva (IDE Tab): Supercomplete sensible al contexto, Tab-to-Jump entre archivos y Tab-to-Auto-Import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Modalidad Instructiva (Cmd/Ctrl+I y Code Lenses): Selecciona un bloque para refactorización quirúrgica o haz clic en 'Write Tests'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Modalidad Colaborativa (Chat Canvas y CLI `agy`): Razonamiento multi-archivo con @archivo, @carpeta, @terminal y capturas de pantalla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Comandos Slash de Alto Impacto: /plan (arquitectura paso a paso), /grill-me (entrevista de diseño), /boost, /teamwork, /learn y /compact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Panel Auxiliar HTML: Inspección en vivo de Subagentes, Tareas en Segundo Plano, Artefactos y Diffs de Archivos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Tip Pro: Inicia tareas complejas con /plan y menciones @archivo; usa Cmd+I para ajustes puntuales de fórmulas.    |    Slide 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1 (PARTE 1/2) • OBJETIVOS Y QUÉ CONSTRUIRÁS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1: Piso de Margen y True ATP — Objetivos y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52 Minutos • Guía PDF Imprimible: labs/lab-01-margin-inventory-triage/LAB_01_INSTRUCTIONS_ES.pdf</a:t>
            </a:r>
          </a:p>
        </p:txBody>
      </p:sp>
      <p:pic>
        <p:nvPicPr>
          <p:cNvPr id="8" name="Picture 7" descr="retail_domain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Objetivos del Lab 1 y Qué Construirás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1 (Triage Agéntico Multi-Archivo): Dominar `@menciones`, `/plan` y edición en línea `Cmd/Ctrl+I` correlacionando eventos POS/WMS (`pos_wms_webhooks.jsonl`) con código de precios e inventario.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2 (Recuperación de Margen y Órdenes VIP): Detener `$35,113.25 USD` en fuga de margen negativo en 30 órdenes y detectar 35 órdenes VIP `DIAMOND`/`GOLD` (`&gt;$250K` LTV) con stock fantasma.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#1 (Motor de Precios GS1 y Piso de Margen): Refactorizarás `src/services/promo_pricing.py` validando `gtin_14` Módulo-10 GS1, `Decimal(ROUND_HALF_UP)`, descuentos acumulables multiplicativos y piso mínimo de margen (`15%`).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#2 (Motor de Inventario True ATP): Refactorizarás `src/services/inventory_atp.py` calculando `raw_atp = on_hand - reserved - safety_stock - unprocessed_webhook_delta_qty`.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Entregable y Verificación: Pasar los 5 tests en `tests/test_lab01_triage.py` (`./labs/lab-01-margin-inventory-triage/verify.sh`) y validar en `http://localhost:8002`.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Guía imprimible completa: LAB_01_INSTRUCTIONS_ES.pdf    |    Slide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1 (PARTE 2/2) • INSTRUCCIONES PASO A PASO Y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Instrucciones del Lab 1 y Prompts para Copiar y Pegar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Sigue los Pasos 1–5 a la izquierda y copia los prompts desde labs/lab-01-margin-inventory-triage/PROMPTS.es.md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Instrucciones Paso a Paso del Lab 1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1 (Inicializar Lab 01): Ejecuta `./labs/lab-01-margin-inventory-triage/install.sh` para inicializar `data/retail_pulse.db`.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2 (Reproducir Fallos): Ejecuta `./.venv/bin/pytest tests/test_lab01_triage.py` para observar los fallos de margen y ATP.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3 (Corregir `src/services/promo_pricing.py`): Valida `gtin_14` Módulo-10 GS1, usa `Decimal(ROUND_HALF_UP)`, no combines cupones `EXCLUSIVE`, aplica los acumulables multiplicativamente y protege `contract_min_margin_floor_pct`.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4 (Corregir `src/services/inventory_atp.py`): Calcula `raw_atp = on_hand - reserved - safety_stock - unprocessed_webhook_delta_qty` y `true_atp = max(0, raw_atp)`.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5 (Verificar): Ejecuta `./labs/lab-01-margin-inventory-triage/verify.sh` (`5 passed`: `$35,113.25` recuperados; 35 órdenes VIP detectadas).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Prompts Optimizados (PROMPTS.es.md) y Verificación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Diagnóstico (@Menciones): '@src/services/promo_pricing.py @src/services/inventory_atp.py @data/logs/pos_wms_webhooks.jsonl @tests/test_lab01_triage.py Ejecuta pytest y explica por qué 30 órdenes pierden margen y 35 órdenes VIP tienen inventario fantasma.'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Planificación (/plan): '/plan Crea un plan de corrección para promo_pricing.py (GS1 GTIN-14, Decimal, promos acumulables multiplicativas, piso de margen) e inventory_atp.py (restar reserved, safety_stock y webhook delta).'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Edición en Línea (Cmd+I): Selecciona `calculate_node_atp` en `inventory_atp.py` -&gt; 'Resta reserved_qty, safety_stock_qty y unprocessed_webhook_delta_qty de on_hand_qty.'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4 — Verificación Autónoma: 'Aplica las correcciones en @src/services/promo_pricing.py y @src/services/inventory_atp.py y ejecuta ./labs/lab-01-margin-inventory-triage/verify.sh.'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Solución de Referencia: ./labs/lab-01-margin-inventory-triage/apply_solution.sh    |    Slide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2 (6 MINUTOS) • ARQUITECTURA DE PERSONALIZACIÓN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Cómo Funcionan Internamente las Rules y Skills Progresivos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Especializando a Antigravity en tu industria sin saturar la ventana de contexto</a:t>
            </a:r>
          </a:p>
        </p:txBody>
      </p:sp>
      <p:pic>
        <p:nvPicPr>
          <p:cNvPr id="8" name="Picture 7" descr="customization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Rules vs. Skills vs. /learn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Reglas Jerárquicas (GEMINI.md y .agents/rules/*.md): Invariantes de dominio cargados desde la raíz del workspace hasta los subdirectorios (deduplicados automáticamente)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Skills con Divulgación Progresiva (.agents/skills/&lt;name&gt;/SKILL.md): Solo el frontmatter YAML (name, description) entra al prompt inicial; el cuerpo completo y scripts/ se cargan SOLO al activarse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Memoria Auto-Mejorable (/learn): Pide a Antigravity codificar un patrón aprendido durante el debugging en una regla o skill permanente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Jerarquía de Prioridad: Workspace (.agents/) &gt; JSON Declarado (skills.json) &gt; Global (~/.gemini/config/) &gt; Integrado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Regla Práctica: Coloca invariantes permanentes en GEMINI.md/rules y flujos multifase con scripts en SKILL.md.    |    Slide 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2 (PARTE 1/2) • OBJETIVOS Y QUÉ CONSTRUIRÁS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2: Rules de Workspace y Skills Progresivos — Objetivos y Diseño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54 Minutos • Guía PDF Imprimible: labs/lab-02-rules-and-skills/LAB_02_INSTRUCTIONS_ES.pdf</a:t>
            </a:r>
          </a:p>
        </p:txBody>
      </p:sp>
      <p:pic>
        <p:nvPicPr>
          <p:cNvPr id="8" name="Picture 7" descr="customization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Objetivos del Lab 2 y Qué Construirás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1 (Reglas Jerárquicas de Dominio): Codificar invariantes permanentes GS1 GTIN-14, True ATP, promociones multiplicativas y cargos OTIF en el workspace.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2 (Skills con Divulgación Progresiva): Construir un skill ejecutivo de auditoría comercial y logística en `.agents/skills/` usando frontmatter YAML ligero.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#1 (`GEMINI.md` y `.agents/rules/retail-standards.md`): Memoria y reglas del workspace exigiendo `Decimal(ROUND_HALF_UP)`, dígito verificador GS1 Módulo-10, piso de margen `15%` y fórmulas OTIF.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#2 (`.agents/skills/margin-otif-audit/SKILL.md`): Skill progresivo (`name: margin-otif-audit`) que ejecuta `scripts/run_otif_margin_audit.py`.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Entregable y Verificación: Generar `data/exports/executive_margin_otif_audit.json` y `.md` (`$98,250.00` en cargos OTIF) y pasar `./labs/lab-02-rules-and-skills/verify.sh`.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Guía imprimible completa: LAB_02_INSTRUCTIONS_ES.pdf    |    Slide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2 (PARTE 2/2) • INSTRUCCIONES PASO A PASO Y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Instrucciones del Lab 2 y Prompts para Copiar y Pegar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Sigue los Pasos 1–5 a la izquierda y copia los prompts desde labs/lab-02-rules-and-skills/PROMPTS.es.md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Instrucciones Paso a Paso del Lab 2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1 (Inicializar Lab 02): Ejecuta `./labs/lab-02-rules-and-skills/install.sh` (aplica Lab 01 automáticamente).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2 (Crear `GEMINI.md` en la raíz): Documenta `sku_catalog`, `wms_inventory`, `vendor_contracts`, `promo_campaigns`, `omnichannel_orders` y las reglas `Decimal(ROUND_HALF_UP)` y `gtin_14`.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3 (Crear `.agents/rules/retail-standards.md`): Codifica validación GS1 GTIN-14 Módulo-10, fórmula True ATP, descuentos multiplicativos, piso de margen y penalidades OTIF.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4 (Crear `.agents/skills/margin-otif-audit/SKILL.md`): Incluye frontmatter YAML (`name: margin-otif-audit`, `description: ...`) e instrucciones para correr `./.venv/bin/python scripts/run_otif_margin_audit.py`.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5 (Verificar): Ejecuta `./labs/lab-02-rules-and-skills/verify.sh` (`5 passed` + reportes ejecutivos JSON/MD).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Prompts Optimizados (PROMPTS.es.md) y Verificación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Crear Rules de Dominio: '/plan Crea @GEMINI.md y @.agents/rules/retail-standards.md exigiendo Decimal ROUND_HALF_UP, validación GS1 GTIN-14 Módulo-10, deducción de webhook delta en True ATP, promos multiplicativas y reglas OTIF.'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Crear Skill Progresivo: 'Crea @.agents/skills/margin-otif-audit/SKILL.md con frontmatter YAML (name: margin-otif-audit) que ejecute ./scripts/run_otif_margin_audit.py y genere data/exports/executive_margin_otif_audit.json y .md.'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Invocar el Skill: 'Ejecuta una auditoría ejecutiva de márgenes, True ATP y penalidades OTIF de proveedores usando nuestro skill del workspace.'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Comando de Verificación: Ejecuta `./labs/lab-02-rules-and-skills/verify.sh` y prueba `/learn`.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Solución de Referencia: ./labs/lab-02-rules-and-skills/apply_solution.sh    |    Slide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3 (6 MINUTOS) • MCP, HOOKS Y GOBERNANZA EMPRESARIAL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Puente MCP en Vivo, Hooks Deterministas y Gobernanza Gemini Enterprise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Conectando bases de datos en tiempo real con seguridad empresarial demostrable en Google Cloud</a:t>
            </a:r>
          </a:p>
        </p:txBody>
      </p:sp>
      <p:pic>
        <p:nvPicPr>
          <p:cNvPr id="8" name="Picture 7" descr="governance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Seguridad y Gobernanza en 2 Capas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Capa 1 — Google Cloud y Gemini Enterprise (Demo en Vivo del Instructor): Cloud IAM (roles/cloudaicompanion.user), Cloud Audit Logs (cloudaicompanion.googleapis.com), perímetros VPC-SC, Cero Retención y Cero Entrenamiento con código del cliente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Capa 2 — Seguridad Local en Antigravity: Política de Ejecución (strict / request-review / proceed-in-sandbox), Sandbox de Terminal SO, bloqueo de archivos fuera del workspace y listas permitidas/bloqueadas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Contexto en Vivo vía FastMCP (.agents/mcp_config.json): Expone herramientas Python tipadas sobre SQLite y telemetría vía stdio/SSE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Hooks Deterministas (.agents/hooks.json): El script PreToolUse inspecciona el JSON en stdin; devolver código 2 bloquea violaciones e imprime un registro de auditoría inmutable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Demo del Instructor: Mostrar Cloud Audit Logs en GCP Console + disparar un bloqueo PreToolUse con código 2 localmente.    |    Slide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3 (PARTE 1/2) • OBJETIVOS Y QUÉ CONSTRUIRÁS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3: Servidor FastMCP Retail y Hooks de Margen — Objetivos y Diseño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55 Minutos • Guía PDF Imprimible: labs/lab-03-mcp-and-hooks/LAB_03_INSTRUCTIONS_ES.pdf</a:t>
            </a:r>
          </a:p>
        </p:txBody>
      </p:sp>
      <p:pic>
        <p:nvPicPr>
          <p:cNvPr id="8" name="Picture 7" descr="governance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Objetivos del Lab 3 y Qué Construirás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1 (Conexión Omnicanal en Vivo vía MCP): Conectar Antigravity a tablas SQLite de inventario WMS, órdenes VIP y contratos OTIF mediante un servidor `FastMCP`.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2 (Guardarraíles Deterministas de Margen): Interceptar ediciones de código y comandos shell con un hook `PreToolUse` que bloquee con código `2` cualquier intento de desactivar el piso de margen (`15%`).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#1 (`mcp_server/retail_mcp.py` y `.agents/mcp_config.json`): 4 herramientas `@mcp.tool()` (`query_true_atp_inventory`, `audit_vendor_otif_contracts`, `simulate_promo_margin_guard`, `list_at_risk_vip_orders`).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#2 (`.agents/hooks.json` y `scripts/margin_guard_hook.py`): Hook determinista `PreToolUse` que bloquea `enforce_floor=False`, margen `&lt; 0.15` o SQL `DROP`/`DELETE`, auditando en `data/logs/hook_compliance_audit.jsonl`.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Entregable y Verificación: Pasar los 5 tests de MCP y Hooks en `./labs/lab-03-mcp-and-hooks/verify.sh`.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Guía imprimible completa: LAB_03_INSTRUCTIONS_ES.pdf    |    Slide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3 (PARTE 2/2) • INSTRUCCIONES PASO A PASO Y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Instrucciones del Lab 3 y Prompts para Copiar y Pegar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Sigue los Pasos 1–5 a la izquierda y copia los prompts desde labs/lab-03-mcp-and-hooks/PROMPTS.es.md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Instrucciones Paso a Paso del Lab 3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1 (Inicializar Lab 03): Ejecuta `./labs/lab-03-mcp-and-hooks/install.sh` (aplica Labs 01–02 automáticamente).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2 (Completar `mcp_server/retail_mcp.py`): Implementa `simulate_promo_margin_guard(promo_code, category, loyalty_tier)` y `list_at_risk_vip_orders(loyalty_tier, limit)`.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3 (Registrar `.agents/mcp_config.json`): Registra `retail-pulse-mcp` ejecutando `.venv/bin/python -m mcp_server.retail_mcp`.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4 (Configurar `.agents/hooks.json`): Conecta `PreToolUse` a `scripts/margin_guard_hook.py` (bloquea `enforce_floor=False` o margen `&lt; 0.15` con código `2`).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5 (Verificar): Ejecuta `./labs/lab-03-mcp-and-hooks/verify.sh` (`5 passed` + bitácora de auditoría).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Prompts Optimizados (PROMPTS.es.md) y Verificación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Completar Servidor FastMCP: '/plan Implementa simulate_promo_margin_guard y list_at_risk_vip_orders en @mcp_server/retail_mcp.py cumpliendo con @tests/test_lab03_mcp_hooks.py.'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Configurar MCP y Hooks: 'Crea @.agents/mcp_config.json para retail-pulse-mcp y @.agents/hooks.json conectando PreToolUse a ./scripts/margin_guard_hook.py.'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Probar Bloqueo del Hook (Código 2): Ejecuta `echo '{"tool_name":"edit_file","tool_input":{"Path":"src/services/promo_pricing.py","Replacement":"enforce_floor=False"}}' | .venv/bin/python scripts/margin_guard_hook.py`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Comando de Verificación: Ejecuta `./labs/lab-03-mcp-and-hooks/verify.sh` y revisa `data/logs/hook_compliance_audit.jsonl`.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Solución de Referencia: ./labs/lab-03-mcp-and-hooks/apply_solution.sh    |    Slide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MÓDULO TEÓRICO 4 (6 MINUTOS) • SUBAGENTES, GOOGLE ADK, A2A Y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Sistemas Multi-Agente con Google ADK, Protocolo A2A y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Diseñando arquitecturas multi-agente localmente con `adk web` y desplegando a Cloud Run y Gemini Enterprise</a:t>
            </a:r>
          </a:p>
        </p:txBody>
      </p:sp>
      <p:pic>
        <p:nvPicPr>
          <p:cNvPr id="8" name="Picture 7" descr="adk_a2a_cloud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Arquitectura Multi-Agente de Punta a Punta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Subagentes de Antigravity (/teamwork, /boost, /grill-me): Delega tareas paralelas de investigación y programación dentro de Antigravity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Google ADK (Agent Development Kit): Construye jerarquías multi-agente de dominio (`root_agent` coordinando agentes especialistas Técnico y Comercial con herramientas tipadas)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Pruebas Locales con ADK Dev UI (`adk web`): Ejecuta `./scripts/run_adk_web.sh` (http://localhost:8080) para inspeccionar trazas de eventos multi-agente, llamadas a herramientas y estado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Protocolo A2A (Agent2Agent): Publica `GET /.well-known/agent.json` (Agent Card) y `POST /api/v1/a2a` (JSON-RPC 2.0 `tasks/send`) para interoperabilidad entre agentes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Terraform + Gemini Enterprise: Aprovisiona Cloud Run v2 e IAM vía `infra/terraform/` (`deploy_gcp.sh`) y registra tu agente A2A en Gemini Enterprise (`register_gemini_enterprise_agent.sh`)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¡Desarrolla y prueba 100% localmente con `adk web` + `pytest`, y despliega a Google Cloud y Gemini Enterprise con Terraform!    |    Slide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4 CAPSTONE (PARTE 1/2) • OBJETIVOS Y QUÉ CONSTRUIRÁS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4 Capstone: Sistemas Multi-Agente ADK, A2A y Terraform — 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55 Minutos • Guía PDF Imprimible: labs/lab-04-multi-agent-capstone/LAB_04_INSTRUCTIONS_ES.pdf</a:t>
            </a:r>
          </a:p>
        </p:txBody>
      </p:sp>
      <p:pic>
        <p:nvPicPr>
          <p:cNvPr id="8" name="Picture 7" descr="adk_a2a_cloud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Objetivos del Lab 4 y Qué Construirás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1 (Diseño Multi-Agente con Google ADK y A2A): Construir un sistema jerárquico multi-agente con Google ADK (`LlmAgent`) y exponer su Agent Card + endpoint JSON-RPC 2.0 A2A.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Objetivo 2 (Prueba Local en `adk web` y Despliegue Cloud con Terraform): Probar delegaciones entre agentes en `adk web` (`http://localhost:8080`) y validar el despliegue a Cloud Run + Gemini Enterprise con Terraform.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#1 (`src/services/fulfillment_router.py`): Optimizador omnicanal de re-enrutamiento (`evaluate_candidates` y `optimize_at_risk_orders`) rescatando las 35 órdenes VIP según margen neto post-envío.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#2 (`src/agents/adk_a2a_orchestrator.py` y `adk_agents/retail_pulse/`): `WMSInventoryATPAgent` + `MerchandisingMarginOTIFAgent` coordinados por `RetailPulseOrchestratorAgent`, más `GET /.well-known/agent.json` y `POST /api/v1/a2a`.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Qué Construirás #3 (Infraestructura Cloud): Validar `infra/terraform/main.tf` y el registro en Gemini Enterprise con `./labs/lab-04-multi-agent-capstone/deploy_gcp.sh --dry-run`.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Guía imprimible completa: LAB_04_INSTRUCTIONS_ES.pdf    |    Slide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LABORATORIO PRÁCTICO 4 CAPSTONE (PARTE 2/2) • INSTRUCCIONES PASO A PASO Y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Instrucciones del Lab 4, Prueba en `adk web` y Despliegue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Sigue los Pasos 1–5 a la izquierda y copia los prompts desde labs/lab-04-multi-agent-capstone/PROMPTS.es.md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Instrucciones Paso a Paso del Lab 4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1 (Inicializar Lab 04): Ejecuta `./labs/lab-04-multi-agent-capstone/install.sh`.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2 (Enrutador Omnicanal): Implementa `evaluate_candidates()` y `optimize_at_risk_orders()` en `src/services/fulfillment_router.py` (re-enrutando las 35 órdenes VIP según mayor margen neto post-envío).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3 (Orquestador Google ADK y A2A): Completa `src/agents/adk_a2a_orchestrator.py` (`WMSInventoryATPAgent`, `MerchandisingMarginOTIFAgent`, `RetailPulseOrchestratorAgent`, `GET /.well-known/agent.json`, `POST /api/v1/a2a`).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4 (Interfaz Local `adk web`): Ejecuta `./scripts/run_adk_web.sh --port 8080` y prueba `retail_pulse` en `http://localhost:8080`.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Paso 5 (Terraform y Verificación Total): Ejecuta `./labs/lab-04-multi-agent-capstone/deploy_gcp.sh --dry-run` y `./labs/lab-04-multi-agent-capstone/verify.sh` (**¡20/20 tests pasando!**).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Prompts Optimizados, `adk web` y Comandos Cloud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Enrutador Omnicanal: '/plan Implementa evaluate_candidates y optimize_at_risk_orders en @src/services/fulfillment_router.py ordenando nodos por (-post_shipping_net_margin_usd, shipping_cost_usd, prioridad DC).'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Orquestador ADK + A2A: '/teamwork Implementa WMSInventoryATPAgent, MerchandisingMarginOTIFAgent, RetailPulseOrchestratorAgent, build_a2a_agent_card y handle_a2a_jsonrpc en @src/agents/adk_a2a_orchestrator.py.'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Interactivo en `adk web` (http://localhost:8080): 'Ejecuta remediación omnicanal: aplica el piso de 15% de margen, re-enruta las 35 órdenes VIP y reclama penalidades OTIF.'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Despliegue y Verificación: Ejecuta `./labs/lab-04-multi-agent-capstone/deploy_gcp.sh --dry-run` y `./labs/lab-04-multi-agent-capstone/verify.sh`.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Impartido por Tryolabs • Solución de Referencia: ./labs/lab-04-multi-agent-capstone/apply_solution.sh    |    Slide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