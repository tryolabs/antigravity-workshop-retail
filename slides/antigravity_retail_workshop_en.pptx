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attendees on behalf of Tryolabs. Highlight the 10% theory / 90% hands-on format and how we combine technical telemetry with commercial business data (contracts, sales, revenue/margins).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4-hour progression. Emphasize that attendees use Antigravity itself to solve every lab using the curated prompts in PROMPTS.md and the printable PDF guides.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how Antigravity works under the hood: Context Loader -&gt; Interleaved Thinking Planner -&gt; Deterministic Policy/Hook Gate -&gt; Tool/MCP Runtime -&gt; Closed-Loop Self-Verification.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the three surfaces (Antigravity 2.0, IDE, CLI) and show how @ mentions, /plan, and Cmd+I work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 the Retail Lab 1 Objectives and What Attendees Will Build before starting Lab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slide projected during Retail Lab 1 so attendees have both the 5 steps and copy-paste prompts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progressive disclosure: why 50 skills don't bloat the prompt because only YAML frontmatter is loaded until the agent activates a specific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Retail Lab 2 Objectives and the Rules + Skill files attendees will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slide displayed during Retail Lab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critical module for enterprise architects and CISOs. Show how Google Cloud governs Gemini Enterprise licenses &amp; audit logs in Layer 1, while Antigravity enforces sandboxing and deterministic PreToolUse hooks in Layer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 the Retail Lab 3 Objectives and the FastMCP + Margin Hook components attendees will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slide displayed during Retail Lab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synergy between Antigravity subagents (which help you write the code) and Google ADK + A2A (the runtime multi-agent system you build, test locally in `adk web`, deploy with Terraform, and register in Gemini Enterprise).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Retail Lab 4 Capstone Objectives and the 3 major deliverables.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slide projected during the Retail Lab 4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TRYOLABS EXECUTIVE WORKSHOP • 4 HOURS (10% THEORY / 90% HANDS-ON LABS)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Agentic Engineering with Google Antigravity — Retail Edition: Building 'Retail Pulse'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Omnichannel Order Routing, True ATP Inventory Sync &amp; Vendor OTIF Margin Intelligence (Delivered by Tryolabs)</a:t>
            </a:r>
          </a:p>
        </p:txBody>
      </p:sp>
      <p:pic>
        <p:nvPicPr>
          <p:cNvPr id="8" name="Picture 7" descr="retail_domain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0E3B2"/>
                </a:solidFill>
                <a:latin typeface="Arial"/>
              </a:defRPr>
            </a:pPr>
            <a:r>
              <a:t>Workshop Mission &amp; Industry Architecture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Technical WMS/POS Data: 150 inventory nodes (2 DCs + 4 Stores), 25 GS1 Modulo-10 GTIN-14 SKUs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Webhook &amp; Scan Streams: 120 POS/WMS/EDI 856 JSONL events with BOPIS &amp; damaged holds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Commercial Business Data: 200 Omnichannel orders (DIAMOND/GOLD LTV, unit price vs cost)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Supplier OTIF Contracts: 10 vendor agreements ($500K–$5.5M spend, OTIF targets &amp; chargebacks)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Tangible Impact: Stop $35,113.25 margin bleed, rescue 35 VIP orders &amp; claim $98,250 OTIF penalties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Delivered by Tryolabs • 100% Local Laptop Execution + Terraform Cloud Run &amp; Gemini Enterprise Ready    |    Slide 1/15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AGENDA &amp; PROGRESSION • 24M THEORY / 216M HANDS-ON LABS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4-Hour Hands-On Roadmap: From Triage to Multi-Agent ADK &amp; A2A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Four 6-minute micro-theory briefings paired with four progressive 52–55 minute hands-on labs</a:t>
            </a:r>
          </a:p>
        </p:txBody>
      </p:sp>
      <p:pic>
        <p:nvPicPr>
          <p:cNvPr id="8" name="Picture 7" descr="roadmap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58A6FF"/>
                </a:solidFill>
                <a:latin typeface="Arial"/>
              </a:defRPr>
            </a:pPr>
            <a:r>
              <a:t>Minute-by-Minute Workshop Schedule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Hour 1 (00:00–00:58): [6m Theory] Internal Architecture &amp; Surfaces → [52m Lab 1] Triage &amp; Revenue/Margin Recovery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Hour 2 (00:58–01:58): [6m Theory] Rules &amp; Progressive Skills → [54m Lab 2] Domain Standards &amp; Executive Risk Skill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Hour 3 (01:58–02:59): [6m Theory] MCP, Hooks &amp; Cloud Governance → [55m Lab 3] Local FastMCP Server &amp; Compliance Hooks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Hour 4 (02:59–04:00): [6m Theory] Subagents, ADK, A2A &amp; Terraform → [55m Lab 4] Multi-Agent Capstone, ADK Dev UI &amp; Cloud Deploy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Self-Healing Checkpoints: Running ./labs/lab-0X/install.sh automatically applies prior lab solutions!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Every lab includes LAB_0X_INSTRUCTIONS_EN.pdf, README.md, PROMPTS.md, install.sh, and verify.sh.    |    Slide 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THEORY MODULE 1A (3 MINUTES) • UNDER THE HOOD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How Google Antigravity Works Internally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Inside the closed-loop cognitive planner, context assembler, policy gate, and sandboxed runtime</a:t>
            </a:r>
          </a:p>
        </p:txBody>
      </p:sp>
      <p:pic>
        <p:nvPicPr>
          <p:cNvPr id="8" name="Picture 7" descr="arch_internal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BC8CFF"/>
                </a:solidFill>
                <a:latin typeface="Arial"/>
              </a:defRPr>
            </a:pPr>
            <a:r>
              <a:t>The 5-Stage Internal Execution Loop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1. Context &amp; Progressive Loader: Walks directory tree for GEMINI.md &amp; .agents/rules, indexes SKILL.md YAML frontmatter, resolves @mentions, and manages transcript.jsonl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2. Gemini Enterprise Planner: Generates interleaved chain-of-thought (thinking), synthesizes plans (/plan), and dispatches parallel tool or subagent calls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3. Deterministic Security Gate: Evaluates PreToolUse hooks (exit code 2 blocks execution), tool policies, file/network ACLs, and OS sandbox rules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4. Tool Runtime &amp; MCP Bridge: Executes AST-aware file diffs, sandboxed pytest commands, and stdio/SSE FastMCP calls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5. Verification &amp; Reactive Loop: Runs PostToolUse hooks, reads compiler/test outputs, and self-corrects until green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Key Insight: Antigravity is not just chat—it is a stateful, verifiable closed-loop engineering runtime.    |    Slide 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THEORY MODULE 1B (3 MINUTES) • UNIFIED SURFACES &amp; MODALITIES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Antigravity 2.0, IDE &amp; CLI (`agy`) — Core Modalities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Choosing the right modality and slash command for every engineering task</a:t>
            </a:r>
          </a:p>
        </p:txBody>
      </p:sp>
      <p:pic>
        <p:nvPicPr>
          <p:cNvPr id="8" name="Picture 7" descr="surfaces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58A6FF"/>
                </a:solidFill>
                <a:latin typeface="Arial"/>
              </a:defRPr>
            </a:pPr>
            <a:r>
              <a:t>Features You Will Explore Today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Passive Modality (IDE Tab): Context-aware Supercomplete, Tab-to-Jump across files, and Tab-to-Auto-Import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Instructive Modality (Cmd/Ctrl+I &amp; Code Lenses): Highlight a function for surgical inline refactoring or click 'Write Tests'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Collaborative Modality (Chat Canvas &amp; CLI `agy`): Multi-file reasoning with @file, @folder, @terminal, and screenshot drag-and-drop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High-Leverage Slash Commands: /plan (step-by-step architecture), /grill-me (design interview), /boost, /teamwork, /learn &amp; /compact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HTML Auxiliary Pane: Real-time inspection of Subagents, Background Tasks, Artifacts, and File Diffs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Pro Tip: Start complex tasks with /plan and @file mentions; use Cmd+I for localized formula fixes.    |    Slide 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HANDS-ON LAB 1 (PART 1/2) • OBJECTIVES &amp; WHAT YOU WILL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Lab 1: Promo Margin Floor &amp; True ATP Triage — Objectives &amp; Build Spec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52 Minutes • Printable PDF Guide: labs/lab-01-margin-inventory-triage/LAB_01_INSTRUCTIONS_EN.pdf</a:t>
            </a:r>
          </a:p>
        </p:txBody>
      </p:sp>
      <p:pic>
        <p:nvPicPr>
          <p:cNvPr id="8" name="Picture 7" descr="retail_domain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D29922"/>
                </a:solidFill>
                <a:latin typeface="Arial"/>
              </a:defRPr>
            </a:pPr>
            <a:r>
              <a:t>Lab 1 Objectives &amp; What You Will Build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Objective 1 (Multi-File Agentic Triage): Master Antigravity `@mentions`, `/plan`, and inline `Cmd/Ctrl+I` to correlate POS/WMS webhook streams (`pos_wms_webhooks.jsonl`) with pricing and ATP inventory code.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Objective 2 (Margin &amp; VIP Stockout Recovery): Stop `$35,113.25` in negative margin bleed across 30 orders and accurately flag 35 `DIAMOND`/`GOLD` VIP orders (`&gt;$250K` LTV) at phantom-stock nodes.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What You Will Build #1 (GS1 &amp; Margin-Floor Pricing Engine): Refactor `src/services/promo_pricing.py` to validate GS1 `gtin_14` Modulo-10, use `Decimal(ROUND_HALF_UP)`, compound stackable promos multiplicatively, and clamp net price to the `15%` margin floor.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What You Will Build #2 (Real-Time True ATP Engine): Refactor `src/services/inventory_atp.py` to compute `raw_atp = on_hand - reserved - safety_stock - unprocessed_webhook_delta_qty`.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Deliverable &amp; Verification: Pass all 5 unit/integration tests in `tests/test_lab01_triage.py` (`./labs/lab-01-margin-inventory-triage/verify.sh`) and inspect `http://localhost:8002`.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Delivered by Tryolabs • Full printable guide: LAB_01_INSTRUCTIONS_EN.pdf    |    Slide 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HANDS-ON LAB 1 (PART 2/2) • STEP-BY-STEP INSTRUCTIONS &amp; 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Lab 1 Instructions &amp; Copy-Paste Antigravity Prompts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Follow Steps 1–5 on the left and copy-paste prompts from labs/lab-01-margin-inventory-triage/PROMPTS.md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55648"/>
            <a:ext cx="5504688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5504688" cy="64008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901952"/>
            <a:ext cx="5102352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D29922"/>
                </a:solidFill>
                <a:latin typeface="Arial"/>
              </a:defRPr>
            </a:pPr>
            <a:r>
              <a:t>Step-by-Step Lab 1 Instructions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1 (Initialize Lab 01): Run `./labs/lab-01-margin-inventory-triage/install.sh` to seed `data/retail_pulse.db` and starter bugs.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2 (Reproduce Failing Tests): Run `./.venv/bin/pytest tests/test_lab01_triage.py` to observe the margin bleed and phantom ATP failures.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3 (Fix `src/services/promo_pricing.py`): Validate GS1 `gtin_14` Modulo-10, use `Decimal(ROUND_HALF_UP)`, never stack `EXCLUSIVE` promos, apply stackable promos multiplicatively, and clamp price to `contract_min_margin_floor_pct`.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4 (Fix `src/services/inventory_atp.py`): Compute `raw_atp = on_hand - reserved - safety_stock - unprocessed_webhook_delta_qty` and `true_atp = max(0, raw_atp)`.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5 (Verify): Run `./labs/lab-01-margin-inventory-triage/verify.sh` (`5 passed`: `$35,113.25` bleed stopped; 35 VIP orders flagged).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755648"/>
            <a:ext cx="5486400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755648"/>
            <a:ext cx="5486400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901952"/>
            <a:ext cx="5084064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58A6FF"/>
                </a:solidFill>
                <a:latin typeface="Arial"/>
              </a:defRPr>
            </a:pPr>
            <a:r>
              <a:t>Copy-Paste Prompts (PROMPTS.md) &amp; Verification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1 — Discovery (@Mentions): '@src/services/promo_pricing.py @src/services/inventory_atp.py @data/logs/pos_wms_webhooks.jsonl @tests/test_lab01_triage.py Run pytest and explain why 30 orders are bleeding margin and 35 VIP orders have phantom ATP.'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2 — Planning (/plan): '/plan Create a remediation plan for promo_pricing.py (GS1 GTIN-14, Decimal, multiplicative stackable promos, margin floor clamping) and inventory_atp.py (subtract reserved, safety_stock, and webhook delta).'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3 — Inline Edit (Cmd+I): Highlight `calculate_node_atp` in `inventory_atp.py` -&gt; 'Subtract reserved_qty, safety_stock_qty, and unprocessed_webhook_delta_qty from on_hand_qty.'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4 — Autonomous Verify: 'Apply fixes to @src/services/promo_pricing.py and @src/services/inventory_atp.py and run ./labs/lab-01-margin-inventory-triage/verify.sh.'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Delivered by Tryolabs • Self-Healing Checkpoint: ./labs/lab-01-margin-inventory-triage/apply_solution.sh    |    Slide 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THEORY MODULE 2 (6 MINUTES) • CUSTOMIZATION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How Rules &amp; Progressive Disclosure Skills Work Internally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Specializing Antigravity for your industry without overflowing the context window</a:t>
            </a:r>
          </a:p>
        </p:txBody>
      </p:sp>
      <p:pic>
        <p:nvPicPr>
          <p:cNvPr id="8" name="Picture 7" descr="customizations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FB950"/>
                </a:solidFill>
                <a:latin typeface="Arial"/>
              </a:defRPr>
            </a:pPr>
            <a:r>
              <a:t>Rules vs. Skills vs. /learn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Hierarchical Rules (GEMINI.md &amp; .agents/rules/*.md): Always-on or model-decided domain invariants loaded from workspace root down to target directories (deduplicated automatically)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Progressive Disclosure Skills (.agents/skills/&lt;name&gt;/SKILL.md): Only lightweight YAML frontmatter (name, description) sits in system prompt; full markdown runbook &amp; scripts/ load ONLY when triggered!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Self-Improving Memory (/learn): Ask Antigravity to codify a newly discovered debugging pattern or architectural standard into a reusable workspace customization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Precedence Hierarchy: Workspace (.agents/) &gt; Declared JSON (skills.json) &gt; Global (~/.gemini/config/) &gt; Built-in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Rule of Thumb: Put permanent guardrails in GEMINI.md/rules; put multi-step workflows &amp; scripts in SKILL.md.    |    Slide 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HANDS-ON LAB 2 (PART 1/2) • OBJECTIVES &amp; WHAT YOU WILL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Lab 2: Workspace Rules &amp; Progressive Skills — Objectives &amp; Build Spec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54 Minutes • Printable PDF Guide: labs/lab-02-rules-and-skills/LAB_02_INSTRUCTIONS_EN.pdf</a:t>
            </a:r>
          </a:p>
        </p:txBody>
      </p:sp>
      <p:pic>
        <p:nvPicPr>
          <p:cNvPr id="8" name="Picture 7" descr="customizations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FB950"/>
                </a:solidFill>
                <a:latin typeface="Arial"/>
              </a:defRPr>
            </a:pPr>
            <a:r>
              <a:t>Lab 2 Objectives &amp; What You Will Build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Objective 1 (Hierarchical Domain Rules): Encode permanent GS1 GTIN-14, True ATP, multiplicative promo, and Supplier OTIF invariants into workspace rules.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Objective 2 (Progressive Disclosure Skills): Build an on-demand executive merchandising &amp; supply-chain audit skill in `.agents/skills/` using lightweight YAML frontmatter.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What You Will Build #1 (`GEMINI.md` &amp; `.agents/rules/retail-standards.md`): Workspace context &amp; rule files enforcing `Decimal(ROUND_HALF_UP)`, GS1 Modulo-10 check digits, `15%` margin floor, and OTIF chargeback formulas.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What You Will Build #2 (`.agents/skills/margin-otif-audit/SKILL.md`): Progressive skill (`name: margin-otif-audit`) orchestrating `scripts/run_otif_margin_audit.py`.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Deliverable &amp; Verification: Generate `data/exports/executive_margin_otif_audit.json` &amp; `.md` (`$98,250.00` OTIF chargebacks) and pass `./labs/lab-02-rules-and-skills/verify.sh`.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Delivered by Tryolabs • Full printable guide: LAB_02_INSTRUCTIONS_EN.pdf    |    Slide 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HANDS-ON LAB 2 (PART 2/2) • STEP-BY-STEP INSTRUCTIONS &amp; 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Lab 2 Instructions &amp; Copy-Paste Antigravity Prompts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Follow Steps 1–5 on the left and copy-paste prompts from labs/lab-02-rules-and-skills/PROMPTS.md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55648"/>
            <a:ext cx="5504688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5504688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901952"/>
            <a:ext cx="5102352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FB950"/>
                </a:solidFill>
                <a:latin typeface="Arial"/>
              </a:defRPr>
            </a:pPr>
            <a:r>
              <a:t>Step-by-Step Lab 2 Instructions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1 (Initialize Lab 02): Run `./labs/lab-02-rules-and-skills/install.sh` (auto-applies Lab 01 solution).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2 (Author Root `GEMINI.md`): Document `sku_catalog`, `wms_inventory`, `vendor_contracts`, `promo_campaigns`, `omnichannel_orders`, and mandatory `Decimal(ROUND_HALF_UP)` &amp; `gtin_14` rules.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3 (Author `.agents/rules/retail-standards.md`): Codify GS1 GTIN-14 Modulo-10, True ATP (`on_hand - reserved - safety_stock - webhook_delta`), multiplicative promos, margin floor, and Vendor OTIF rules.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4 (Author `.agents/skills/margin-otif-audit/SKILL.md`): Add YAML frontmatter (`name: margin-otif-audit`, `description: ...`) and instructions to run `./.venv/bin/python scripts/run_otif_margin_audit.py`.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5 (Verify): Run `./labs/lab-02-rules-and-skills/verify.sh` (`5 passed` + executive OTIF/margin reports generated).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755648"/>
            <a:ext cx="5486400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755648"/>
            <a:ext cx="5486400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901952"/>
            <a:ext cx="5084064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58A6FF"/>
                </a:solidFill>
                <a:latin typeface="Arial"/>
              </a:defRPr>
            </a:pPr>
            <a:r>
              <a:t>Copy-Paste Prompts (PROMPTS.md) &amp; Verification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1 — Author Workspace Rules: '/plan Create @GEMINI.md and @.agents/rules/retail-standards.md enforcing Decimal ROUND_HALF_UP, GS1 GTIN-14 Modulo-10 validation, True ATP webhook delta deductions, multiplicative promo stacking, and OTIF chargeback rules.'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2 — Build Progressive Skill: 'Create @.agents/skills/margin-otif-audit/SKILL.md with YAML frontmatter (name: margin-otif-audit) that executes ./scripts/run_otif_margin_audit.py and writes data/exports/executive_margin_otif_audit.json and .md.'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3 — Trigger Skill On-Demand: 'Run a full executive margin, True ATP, and supplier OTIF chargeback audit using our workspace skill.'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Verify Command: Run `./labs/lab-02-rules-and-skills/verify.sh` and test `/learn`!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Delivered by Tryolabs • Self-Healing Checkpoint: ./labs/lab-02-rules-and-skills/apply_solution.sh    |    Slide 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THEORY MODULE 3 (6 MINUTES) • MCP, HOOKS &amp; ENTERPRISE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Live MCP Bridge, Deterministic Hooks &amp; Gemini Enterprise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Connecting live databases safely while proving end-to-end enterprise security in Google Cloud</a:t>
            </a:r>
          </a:p>
        </p:txBody>
      </p:sp>
      <p:pic>
        <p:nvPicPr>
          <p:cNvPr id="8" name="Picture 7" descr="governance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D29922"/>
                </a:solidFill>
                <a:latin typeface="Arial"/>
              </a:defRPr>
            </a:pPr>
            <a:r>
              <a:t>2-Layer Enterprise Security &amp; Governance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Layer 1 — Google Cloud &amp; Gemini Enterprise (Instructor Live Demo): Cloud IAM (roles/cloudaicompanion.user), Cloud Audit Logs (cloudaicompanion.googleapis.com), VPC-SC perimeters, Zero Data Retention / No Training on customer code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Layer 2 — Antigravity Client Security: Tool Execution Policy (strict / request-review / proceed-in-sandbox), OS Terminal Sandbox, Non-Workspace File Access (deny), Command &amp; Browser Allow/Denylists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Live Context via FastMCP (.agents/mcp_config.json): Exposes strongly-typed Python tools querying live SQLite &amp; telemetry over stdio/SSE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Deterministic Lifecycle Hooks (.agents/hooks.json): PreToolUse script inspects tool JSON on stdin; exit code 2 hard-blocks policy violations and writes an immutable audit log!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Instructor Demo: Show Cloud Audit Logs in GCP Console + trigger a deterministic PreToolUse Hook block locally!    |    Slide 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HANDS-ON LAB 3 (PART 1/2) • OBJECTIVES &amp; WHAT YOU WILL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Lab 3: Retail FastMCP Server &amp; Margin Hooks — Objectives &amp; Build Spec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55 Minutes • Printable PDF Guide: labs/lab-03-mcp-and-hooks/LAB_03_INSTRUCTIONS_EN.pdf</a:t>
            </a:r>
          </a:p>
        </p:txBody>
      </p:sp>
      <p:pic>
        <p:nvPicPr>
          <p:cNvPr id="8" name="Picture 7" descr="governance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BC8CFF"/>
                </a:solidFill>
                <a:latin typeface="Arial"/>
              </a:defRPr>
            </a:pPr>
            <a:r>
              <a:t>Lab 3 Objectives &amp; What You Will Build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Objective 1 (Live Omnichannel Grounding via MCP): Connect Antigravity to live SQLite WMS inventory, VIP orders, and vendor OTIF tables via a local `FastMCP` server.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Objective 2 (Deterministic Margin Compliance Guardrails): Intercept every file-edit and shell tool call with a `PreToolUse` hook that hard-blocks disabling the `15%` margin floor (`exit code 2`).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What You Will Build #1 (`mcp_server/retail_mcp.py` &amp; `.agents/mcp_config.json`): 4 `@mcp.tool()` functions (`query_true_atp_inventory`, `audit_vendor_otif_contracts`, `simulate_promo_margin_guard`, `list_at_risk_vip_orders`).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What You Will Build #2 (`.agents/hooks.json` &amp; `scripts/margin_guard_hook.py`): Deterministic `PreToolUse` guardrail blocking `enforce_floor=False`, margin `&lt; 0.15`, or `DROP`/`DELETE` SQL and logging to `data/logs/hook_compliance_audit.jsonl`.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Deliverable &amp; Verification: Pass all 5 MCP &amp; Hook tests in `./labs/lab-03-mcp-and-hooks/verify.sh`.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Delivered by Tryolabs • Full printable guide: LAB_03_INSTRUCTIONS_EN.pdf    |    Slide 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HANDS-ON LAB 3 (PART 2/2) • STEP-BY-STEP INSTRUCTIONS &amp; 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Lab 3 Instructions &amp; Copy-Paste Antigravity Prompts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Follow Steps 1–5 on the left and copy-paste prompts from labs/lab-03-mcp-and-hooks/PROMPTS.md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55648"/>
            <a:ext cx="5504688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5504688" cy="64008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901952"/>
            <a:ext cx="5102352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BC8CFF"/>
                </a:solidFill>
                <a:latin typeface="Arial"/>
              </a:defRPr>
            </a:pPr>
            <a:r>
              <a:t>Step-by-Step Lab 3 Instructions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1 (Initialize Lab 03): Run `./labs/lab-03-mcp-and-hooks/install.sh` (auto-applies Labs 01–02).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2 (Complete `mcp_server/retail_mcp.py`): Implement `simulate_promo_margin_guard(promo_code, category, loyalty_tier)` and `list_at_risk_vip_orders(loyalty_tier, limit)`.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3 (Register `.agents/mcp_config.json`): Register `retail-pulse-mcp` invoking `.venv/bin/python -m mcp_server.retail_mcp`.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4 (Configure `.agents/hooks.json`): Wire `PreToolUse` to `scripts/margin_guard_hook.py` (blocks `enforce_floor=False` or margin `&lt; 0.15` with exit code `2`).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5 (Verify): Run `./labs/lab-03-mcp-and-hooks/verify.sh` (`5 passed` + compliance audit log verified).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755648"/>
            <a:ext cx="5486400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755648"/>
            <a:ext cx="5486400" cy="64008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901952"/>
            <a:ext cx="5084064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D29922"/>
                </a:solidFill>
                <a:latin typeface="Arial"/>
              </a:defRPr>
            </a:pPr>
            <a:r>
              <a:t>Copy-Paste Prompts (PROMPTS.md) &amp; Verification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1 — Complete FastMCP Server: '/plan Implement simulate_promo_margin_guard and list_at_risk_vip_orders in @mcp_server/retail_mcp.py so all tool schemas match @tests/test_lab03_mcp_hooks.py.'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2 — Wire MCP &amp; Hooks Config: 'Create @.agents/mcp_config.json for retail-pulse-mcp and @.agents/hooks.json wiring PreToolUse to ./scripts/margin_guard_hook.py.'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3 — Test Hook Block (Exit Code 2): Run `echo '{"tool_name":"edit_file","tool_input":{"Path":"src/services/promo_pricing.py","Replacement":"enforce_floor=False"}}' | .venv/bin/python scripts/margin_guard_hook.py`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Verify Command: Run `./labs/lab-03-mcp-and-hooks/verify.sh` and inspect `data/logs/hook_compliance_audit.jsonl`.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Delivered by Tryolabs • Self-Healing Checkpoint: ./labs/lab-03-mcp-and-hooks/apply_solution.sh    |    Slide 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THEORY MODULE 4 (6 MINUTES) • SUBAGENTS, GOOGLE ADK, A2A &amp; TERRAFORM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Multi-Agent Systems with Google ADK, A2A Protocol &amp; Terraform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Designing multi-agent architectures locally with `adk web` and deploying to Cloud Run &amp; Gemini Enterprise</a:t>
            </a:r>
          </a:p>
        </p:txBody>
      </p:sp>
      <p:pic>
        <p:nvPicPr>
          <p:cNvPr id="8" name="Picture 7" descr="adk_a2a_cloud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0E3B2"/>
                </a:solidFill>
                <a:latin typeface="Arial"/>
              </a:defRPr>
            </a:pPr>
            <a:r>
              <a:t>End-to-End Multi-Agent Architecture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Antigravity Subagents (/teamwork, /boost, /grill-me): Delegate parallel coding &amp; research tasks inside Antigravity to build your application faster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Google ADK (Agent Development Kit): Build domain multi-agent hierarchies (`root_agent` orchestrating Technical &amp; Commercial specialist `LlmAgent`s with typed Python tools)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Local Testing via ADK Dev UI (`adk web`): Launch `./scripts/run_adk_web.sh` (http://localhost:8080) to interactively inspect multi-agent event traces, tool calls, and session state!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A2A (Agent2Agent) Protocol: Publish `GET /.well-known/agent.json` (Agent Card) and `POST /api/v1/a2a` (JSON-RPC 2.0 `tasks/send`) for cross-agent interoperability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Terraform + Gemini Enterprise: Provision Cloud Run v2 &amp; IAM via `infra/terraform/` (`deploy_gcp.sh`) and register your A2A agent into Gemini Enterprise (`register_gemini_enterprise_agent.sh`)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Develop &amp; test 100% locally with `adk web` + `pytest`, then deploy to Google Cloud &amp; Gemini Enterprise with Terraform!    |    Slide 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HANDS-ON LAB 4 CAPSTONE (PART 1/2) • OBJECTIVES &amp; WHAT YOU WILL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Lab 4 Capstone: Multi-Agent ADK, A2A &amp; Terraform — Objectives &amp; Build Spec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55 Minutes • Printable PDF Guide: labs/lab-04-multi-agent-capstone/LAB_04_INSTRUCTIONS_EN.pdf</a:t>
            </a:r>
          </a:p>
        </p:txBody>
      </p:sp>
      <p:pic>
        <p:nvPicPr>
          <p:cNvPr id="8" name="Picture 7" descr="adk_a2a_cloud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0E3B2"/>
                </a:solidFill>
                <a:latin typeface="Arial"/>
              </a:defRPr>
            </a:pPr>
            <a:r>
              <a:t>Lab 4 Objectives &amp; What You Will Build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Objective 1 (Multi-Agent System Design with Google ADK &amp; A2A): Build a hierarchical multi-agent system with Google ADK (`LlmAgent`) and expose an A2A Agent Card + JSON-RPC 2.0 endpoint.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Objective 2 (Local ADK Dev UI &amp; Cloud Terraform Deployment): Test agent handoffs locally in `adk web` (`http://localhost:8080`) and validate Cloud Run + Gemini Enterprise provisioning with Terraform.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What You Will Build #1 (`src/services/fulfillment_router.py`): Margin-preserving omnichannel split-shipment optimizer (`evaluate_candidates` &amp; `optimize_at_risk_orders`) rescuing all 35 VIP orders.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What You Will Build #2 (`src/agents/adk_a2a_orchestrator.py` &amp; `adk_agents/retail_pulse/`): `WMSInventoryATPAgent` + `MerchandisingMarginOTIFAgent` coordinated by `RetailPulseOrchestratorAgent`, plus `GET /.well-known/agent.json` &amp; `POST /api/v1/a2a`.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What You Will Build #3 (Cloud Infrastructure): Validate `infra/terraform/main.tf` and Gemini Enterprise registration via `./labs/lab-04-multi-agent-capstone/deploy_gcp.sh --dry-run`.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Delivered by Tryolabs • Full printable guide: LAB_04_INSTRUCTIONS_EN.pdf    |    Slide 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HANDS-ON LAB 4 CAPSTONE (PART 2/2) • STEP-BY-STEP INSTRUCTIONS &amp; 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Lab 4 Instructions, `adk web` Testing &amp; Terraform Cloud Deploy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Follow Steps 1–5 on the left and copy-paste prompts from labs/lab-04-multi-agent-capstone/PROMPTS.md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55648"/>
            <a:ext cx="5504688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5504688" cy="64008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901952"/>
            <a:ext cx="5102352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0E3B2"/>
                </a:solidFill>
                <a:latin typeface="Arial"/>
              </a:defRPr>
            </a:pPr>
            <a:r>
              <a:t>Step-by-Step Lab 4 Instructions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1 (Initialize Lab 04): Run `./labs/lab-04-multi-agent-capstone/install.sh`.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2 (Omnichannel Fulfillment Router): Implement `evaluate_candidates()` and `optimize_at_risk_orders()` in `src/services/fulfillment_router.py` (rerouting 35 VIP orders by highest post-shipping net margin).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3 (Google ADK &amp; A2A Orchestrator): Complete `src/agents/adk_a2a_orchestrator.py` (`WMSInventoryATPAgent`, `MerchandisingMarginOTIFAgent`, `RetailPulseOrchestratorAgent`, `GET /.well-known/agent.json`, `POST /api/v1/a2a`).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4 (Local ADK Dev UI): Run `./scripts/run_adk_web.sh --port 8080` and test `retail_pulse` interactively at `http://localhost:8080`.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5 (Terraform &amp; Full Verification): Run `./labs/lab-04-multi-agent-capstone/deploy_gcp.sh --dry-run` and `./labs/lab-04-multi-agent-capstone/verify.sh` (**20/20 tests pass!**).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755648"/>
            <a:ext cx="5486400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755648"/>
            <a:ext cx="5486400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901952"/>
            <a:ext cx="5084064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FB950"/>
                </a:solidFill>
                <a:latin typeface="Arial"/>
              </a:defRPr>
            </a:pPr>
            <a:r>
              <a:t>Copy-Paste Prompts, `adk web` &amp; Cloud Commands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1 — Fulfillment Router: '/plan Implement evaluate_candidates and optimize_at_risk_orders in @src/services/fulfillment_router.py ranking nodes by (-post_shipping_net_margin_usd, shipping_cost_usd, DC priority).'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2 — ADK + A2A Orchestrator: '/teamwork Implement WMSInventoryATPAgent, MerchandisingMarginOTIFAgent, RetailPulseOrchestratorAgent, build_a2a_agent_card, and handle_a2a_jsonrpc in @src/agents/adk_a2a_orchestrator.py.'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3 — Interactive `adk web` (http://localhost:8080): 'Execute omnichannel remediation: enforce 15% margin floor, reroute all 35 VIP orders, and claim OTIF vendor chargebacks.'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Cloud Deploy &amp; Verify: Run `./labs/lab-04-multi-agent-capstone/deploy_gcp.sh --dry-run` and `./labs/lab-04-multi-agent-capstone/verify.sh`.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Delivered by Tryolabs • Self-Healing Checkpoint: ./labs/lab-04-multi-agent-capstone/apply_solution.sh    |    Slide 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