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 attendees on behalf of Tryolabs. Highlight the 10% theory / 90% hands-on format and how we combine technical telemetry with commercial business data (contracts, sales, revenue/margins).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Walk through the 4-hour progression. Emphasize that attendees use Antigravity itself to solve every lab using the curated prompts in PROMPTS.md.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how Antigravity works under the hood: Context Loader -&gt; Interleaved Thinking Planner -&gt; Deterministic Policy/Hook Gate -&gt; Tool/MCP Runtime -&gt; Closed-Loop Self-Verification.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Demonstrate the three surfaces (Antigravity 2.0, IDE, CLI) and show how @ mentions, /plan, and Cmd+I work together.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Launch Lab 1! Have attendees run install.sh, inspect the broken KPIs on the live Web Dashboard, and use the optimized prompts in PROMPTS.md to fix both bugs.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progressive disclosure: why 50 skills don't bloat the prompt because only YAML frontmatter is loaded until the agent activates a specific skill.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Guide attendees through Lab 2. Show how Antigravity automatically respects GEMINI.md and invokes their custom SKILL.md.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This is a critical module for enterprise architects and CISOs. Show how Google Cloud governs Gemini Enterprise licenses &amp; audit logs in Layer 1, while Antigravity enforces sandboxing and deterministic PreToolUse hooks in Layer 2.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Have attendees build the FastMCP tools, wire mcp_config.json and hooks.json, and deliberately test a blocked command to see exit code 2 and the audit log in 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Explain the synergy between Antigravity subagents (which help you write the code) and Google ADK + A2A (the runtime multi-agent system you build, test locally in `adk web`, deploy with Terraform, and register in Gemini Enterprise).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Guide attendees through the Capstone! Have them test their multi-agent hierarchy in both the FastAPI dashboard, the ADK Development UI (`./scripts/run_adk_web.sh` at localhost:8080), and `./deploy/deploy_gcp.sh --dry-run` (or live GCP deploy!).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5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6.png"/><Relationship Id="rId4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TRYOLABS EXECUTIVE WORKSHOP • 4 HOURS (10% THEORY / 90% HANDS-ON LABS)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Agentic Engineering with Google Antigravity — Retail Edition: Building 'Retail Pulse'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Omnichannel Order Routing, True ATP Inventory Sync &amp; Vendor OTIF Margin Intelligence (Delivered by Tryolabs)</a:t>
            </a:r>
          </a:p>
        </p:txBody>
      </p:sp>
      <p:pic>
        <p:nvPicPr>
          <p:cNvPr id="8" name="Picture 7" descr="retail_domain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0E3B2"/>
                </a:solidFill>
                <a:latin typeface="Arial"/>
              </a:defRPr>
            </a:pPr>
            <a:r>
              <a:t>Workshop Mission &amp; Industry Architecture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Technical WMS/POS Data: 150 inventory nodes (2 DCs + 4 Stores), 25 GS1 Modulo-10 GTIN-14 SKUs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Webhook &amp; Scan Streams: 120 POS/WMS/EDI 856 JSONL events with BOPIS &amp; damaged holds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Commercial Business Data: 200 Omnichannel orders (DIAMOND/GOLD LTV, unit price vs cost)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Supplier OTIF Contracts: 10 vendor agreements ($500K–$5.5M spend, OTIF targets &amp; chargebacks)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Tangible Impact: Stop $35,113.25 margin bleed, rescue 35 VIP orders &amp; claim $98,250 OTIF penalties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Delivered by Tryolabs • 100% Local Laptop Execution + Terraform Cloud Run &amp; Gemini Enterprise Ready    |    Slide 1/11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AGENDA &amp; PROGRESSION • 24M THEORY / 216M HANDS-ON LABS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4-Hour Hands-On Roadmap: From Triage to Multi-Agent ADK &amp; A2A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Four 6-minute micro-theory briefings paired with four progressive 52–55 minute hands-on labs</a:t>
            </a:r>
          </a:p>
        </p:txBody>
      </p:sp>
      <p:pic>
        <p:nvPicPr>
          <p:cNvPr id="8" name="Picture 7" descr="roadmap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58A6FF"/>
                </a:solidFill>
                <a:latin typeface="Arial"/>
              </a:defRPr>
            </a:pPr>
            <a:r>
              <a:t>Minute-by-Minute Workshop Schedule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Hour 1 (00:00–00:58): [6m Theory] Internal Architecture &amp; Surfaces → [52m Lab 1] Triage &amp; Revenue/Margin Recovery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Hour 2 (00:58–01:58): [6m Theory] Rules &amp; Progressive Skills → [54m Lab 2] Domain Standards &amp; Executive Risk Skill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Hour 3 (01:58–02:59): [6m Theory] MCP, Hooks &amp; Cloud Governance → [55m Lab 3] Local FastMCP Server &amp; Compliance Hooks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Hour 4 (02:59–04:00): [6m Theory] Subagents, ADK, A2A &amp; Terraform → [55m Lab 4] Multi-Agent Capstone, ADK Dev UI &amp; Cloud Deploy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Self-Healing Checkpoints: Running ./labs/lab-0X/install.sh automatically applies prior lab solutions!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Every lab includes README.md, PROMPTS.md (optimized Antigravity prompts), install.sh, and verify.sh.    |    Slide 2/11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1A (3 MINUTES) • UNDER THE HOOD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How Google Antigravity Works Internally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Inside the closed-loop cognitive planner, context assembler, policy gate, and sandboxed runtime</a:t>
            </a:r>
          </a:p>
        </p:txBody>
      </p:sp>
      <p:pic>
        <p:nvPicPr>
          <p:cNvPr id="8" name="Picture 7" descr="arch_internal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BC8CFF"/>
                </a:solidFill>
                <a:latin typeface="Arial"/>
              </a:defRPr>
            </a:pPr>
            <a:r>
              <a:t>The 5-Stage Internal Execution Loop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1. Context &amp; Progressive Loader: Walks directory tree for GEMINI.md &amp; .agents/rules, indexes SKILL.md YAML frontmatter, resolves @mentions, and manages transcript.jsonl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2. Gemini Enterprise Planner: Generates interleaved chain-of-thought (thinking), synthesizes plans (/plan), and dispatches parallel tool or subagent calls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3. Deterministic Security Gate: Evaluates PreToolUse hooks (exit code 2 blocks execution), tool policies, file/network ACLs, and OS sandbox rules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4. Tool Runtime &amp; MCP Bridge: Executes AST-aware file diffs, sandboxed pytest commands, and stdio/SSE FastMCP calls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5. Verification &amp; Reactive Loop: Runs PostToolUse hooks, reads compiler/test outputs, and self-corrects until green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Key Insight: Antigravity is not just chat—it is a stateful, verifiable closed-loop engineering runtime.    |    Slide 3/11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1B (3 MINUTES) • UNIFIED SURFACES &amp; MODALITIES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Antigravity 2.0, IDE &amp; CLI (`agy`) — Core Modalities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Choosing the right modality and slash command for every engineering task</a:t>
            </a:r>
          </a:p>
        </p:txBody>
      </p:sp>
      <p:pic>
        <p:nvPicPr>
          <p:cNvPr id="8" name="Picture 7" descr="surface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58A6FF"/>
                </a:solidFill>
                <a:latin typeface="Arial"/>
              </a:defRPr>
            </a:pPr>
            <a:r>
              <a:t>Features You Will Explore Today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Passive Modality (IDE Tab): Context-aware Supercomplete, Tab-to-Jump across files, and Tab-to-Auto-Import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Instructive Modality (Cmd/Ctrl+I &amp; Code Lenses): Highlight a function for surgical inline refactoring or click 'Write Tests'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Collaborative Modality (Chat Canvas &amp; CLI `agy`): Multi-file reasoning with @file, @folder, @terminal, and screenshot drag-and-drop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High-Leverage Slash Commands: /plan (step-by-step architecture), /grill-me (design interview), /boost, /teamwork, /learn &amp; /compact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HTML Auxiliary Pane: Real-time inspection of Subagents, Background Tasks, Artifacts, and File Diffs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Pro Tip: Start complex tasks with /plan and @file mentions; use Cmd+I for localized formula fixes.    |    Slide 4/11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1 (52 MINUTES) • TRIAGE &amp; RECOVERY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1: Root-Cause Triage &amp; Revenue/Margin Leakage Recovery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Use Antigravity (/plan, @mentions, Cmd+I, pytest) to diagnose and fix two high-impact bugs</a:t>
            </a:r>
          </a:p>
        </p:txBody>
      </p:sp>
      <p:pic>
        <p:nvPicPr>
          <p:cNvPr id="8" name="Picture 7" descr="retail_domain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D29922"/>
                </a:solidFill>
                <a:latin typeface="Arial"/>
              </a:defRPr>
            </a:pPr>
            <a:r>
              <a:t>Lab 1 Walkthrough &amp; Optimized Prompts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Run ./labs/lab-01-margin-inventory-triage/install.sh &amp; open http://localhost:8002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Bug #1 (Commercial Margin Bleed): src/services/promo_pricing.py stacks non-stackable promos and fails to clamp net price to the 15% margin floor (-$35,113.25 bleed)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Bug #2 (Technical ATP Oversell): src/services/inventory_atp.py ignores reserved_bopis_qty, damaged_hold_qty &amp; safety_stock_qty (35 VIP orders at risk)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Prompt 1 (/plan): '/plan Inspect @src/services/promo_pricing.py, @src/services/inventory_atp.py and @tests/test_lab01_triage.py to diagnose the margin and ATP bugs'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Prompt 2 (Cmd+I &amp; Fix): Use Inline Cmd+I to fix Decimal math, then run ./labs/lab-01-margin-inventory-triage/verify.sh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Open PROMPTS.md inside labs/lab-01-* for copy-pasteable prompts across Discovery, /plan, Cmd+I &amp; Verification.    |    Slide 5/11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2 (6 MINUTES) • CUSTOMIZATION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How Rules &amp; Progressive Disclosure Skills Work Internally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Specializing Antigravity for your industry without overflowing the context window</a:t>
            </a:r>
          </a:p>
        </p:txBody>
      </p:sp>
      <p:pic>
        <p:nvPicPr>
          <p:cNvPr id="8" name="Picture 7" descr="customization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FB950"/>
                </a:solidFill>
                <a:latin typeface="Arial"/>
              </a:defRPr>
            </a:pPr>
            <a:r>
              <a:t>Rules vs. Skills vs. /learn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Hierarchical Rules (GEMINI.md &amp; .agents/rules/*.md): Always-on or model-decided domain invariants loaded from workspace root down to target directories (deduplicated automatically)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Progressive Disclosure Skills (.agents/skills/&lt;name&gt;/SKILL.md): Only lightweight YAML frontmatter (name, description) sits in system prompt; full markdown runbook &amp; scripts/ load ONLY when triggered!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Self-Improving Memory (/learn): Ask Antigravity to codify a newly discovered debugging pattern or architectural standard into a reusable workspace customization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Precedence Hierarchy: Workspace (.agents/) &gt; Declared JSON (skills.json) &gt; Global (~/.gemini/config/) &gt; Built-in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Rule of Thumb: Put permanent guardrails in GEMINI.md/rules; put multi-step workflows &amp; scripts in SKILL.md.    |    Slide 6/11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2 (54 MINUTES) • DOMAIN BRAIN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2: Encoding Industry Rules &amp; Executive Audit Skills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Teach Antigravity your industry standards and build an automated Technical + Commercial Risk Auditor</a:t>
            </a:r>
          </a:p>
        </p:txBody>
      </p:sp>
      <p:pic>
        <p:nvPicPr>
          <p:cNvPr id="8" name="Picture 7" descr="customizations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3FB950"/>
                </a:solidFill>
                <a:latin typeface="Arial"/>
              </a:defRPr>
            </a:pPr>
            <a:r>
              <a:t>Lab 2 Walkthrough &amp; Optimized Prompts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Run ./labs/lab-02-rules-and-skills/install.sh (auto-applies Lab 1 solution)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1 (Workspace Rules): Create GEMINI.md &amp; .agents/rules/retail-standards.md enforcing Decimal(0.01) math, GS1 Modulo-10 GTIN-14 validation &amp; 15% margin floor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2 (Progressive Skill): Create .agents/skills/retail-otif-margin-auditor/SKILL.md correlating EDI 856 delays with vendor OTIF penalty tiers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Optimized Prompt: 'Create @GEMINI.md, @.agents/rules/retail-standards.md and @.agents/skills/retail-otif-margin-auditor/SKILL.md, then run @scripts/run_otif_margin_audit.py'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Verify: Run ./labs/lab-02-rules-and-skills/verify.sh &amp; try /learn to persist a new rule!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Open labs/lab-02-rules-and-skills/PROMPTS.md for step-by-step prompts to generate and verify your Rules &amp; Skill.    |    Slide 7/11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3 (6 MINUTES) • MCP, HOOKS &amp; ENTERPRISE GOVERNANCE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Live MCP Bridge, Deterministic Hooks &amp; Gemini Enterprise Governance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Connecting live databases safely while proving end-to-end enterprise security in Google Cloud</a:t>
            </a:r>
          </a:p>
        </p:txBody>
      </p:sp>
      <p:pic>
        <p:nvPicPr>
          <p:cNvPr id="8" name="Picture 7" descr="governanc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D2992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D29922"/>
                </a:solidFill>
                <a:latin typeface="Arial"/>
              </a:defRPr>
            </a:pPr>
            <a:r>
              <a:t>2-Layer Enterprise Security &amp; Governance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Layer 1 — Google Cloud &amp; Gemini Enterprise (Instructor Live Demo): Cloud IAM (roles/cloudaicompanion.user), Cloud Audit Logs (cloudaicompanion.googleapis.com), VPC-SC perimeters, Zero Data Retention / No Training on customer code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Layer 2 — Antigravity Client Security: Tool Execution Policy (strict / request-review / proceed-in-sandbox), OS Terminal Sandbox, Non-Workspace File Access (deny), Command &amp; Browser Allow/Denylists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Live Context via FastMCP (.agents/mcp_config.json): Exposes strongly-typed Python tools querying live SQLite &amp; telemetry over stdio/SSE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Deterministic Lifecycle Hooks (.agents/hooks.json): PreToolUse script inspects tool JSON on stdin; exit code 2 hard-blocks policy violations and writes an immutable audit log!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Instructor Demo: Show Cloud Audit Logs in GCP Console + trigger a deterministic PreToolUse Hook block locally!    |    Slide 8/11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3 (55 MINUTES) • LIVE MCP &amp; COMPLIANCE HOOKS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3: Building a Local FastMCP Server &amp; Compliance Guardrails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Give Antigravity live database/telemetry tools and deterministic PreToolUse protection</a:t>
            </a:r>
          </a:p>
        </p:txBody>
      </p:sp>
      <p:pic>
        <p:nvPicPr>
          <p:cNvPr id="8" name="Picture 7" descr="governance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BC8C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BC8CFF"/>
                </a:solidFill>
                <a:latin typeface="Arial"/>
              </a:defRPr>
            </a:pPr>
            <a:r>
              <a:t>Lab 3 Walkthrough &amp; Optimized Prompts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Run ./labs/lab-03-mcp-and-hooks/install.sh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1 (FastMCP Server): Implement live tools in @mcp_server/retail_mcp.py (query_true_atp_inventory, audit_vendor_otif_contracts, simulate_promo_margin_guard, list_at_risk_vip_orders)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2 (MCP &amp; Deterministic Hook): Wire .agents/mcp_config.json and .agents/hooks.json (runs @scripts/margin_guard_hook.py to block &lt;15% margin floor edits with exit code 2)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Optimized Prompt: 'Complete @mcp_server/retail_mcp.py, register @.agents/mcp_config.json and @.agents/hooks.json, then query live VIP stockout risks via MCP'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Verify: Run ./labs/lab-03-mcp-and-hooks/verify.sh &amp; inspect data/logs/hook_compliance_audit.jsonl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Open labs/lab-03-mcp-and-hooks/PROMPTS.md for copy-pasteable prompts to build and test your MCP server &amp; Hooks.    |    Slide 9/11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THEORY MODULE 4 (6 MINUTES) • SUBAGENTS, GOOGLE ADK, A2A &amp; TERRAFORM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Multi-Agent Systems with Google ADK, A2A Protocol &amp; Terraform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Designing multi-agent architectures locally with `adk web` and deploying to Cloud Run &amp; Gemini Enterprise</a:t>
            </a:r>
          </a:p>
        </p:txBody>
      </p:sp>
      <p:pic>
        <p:nvPicPr>
          <p:cNvPr id="8" name="Picture 7" descr="adk_a2a_cloud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0E3B2"/>
                </a:solidFill>
                <a:latin typeface="Arial"/>
              </a:defRPr>
            </a:pPr>
            <a:r>
              <a:t>End-to-End Multi-Agent Architecture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Antigravity Subagents (/teamwork, /boost, /grill-me): Delegate parallel coding &amp; research tasks inside Antigravity to build your application faster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Google ADK (Agent Development Kit): Build domain multi-agent hierarchies (`root_agent` orchestrating Technical &amp; Commercial specialist `LlmAgent`s with typed Python tools)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Local Testing via ADK Dev UI (`adk web`): Launch `./scripts/run_adk_web.sh` (http://localhost:8080) to interactively inspect multi-agent event traces, tool calls, and session state!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A2A (Agent2Agent) Protocol: Publish `GET /.well-known/agent.json` (Agent Card) and `POST /api/v1/a2a` (JSON-RPC 2.0 `tasks/send`) for cross-agent interoperability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Terraform + Gemini Enterprise: Provision Cloud Run v2 &amp; IAM via `infra/terraform/` (`deploy_gcp.sh`) and register your A2A agent into Gemini Enterprise (`register_gemini_enterprise_agent.sh`)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Develop &amp; test 100% locally with `adk web` + `pytest`, then deploy to Google Cloud &amp; Gemini Enterprise with Terraform!    |    Slide 10/11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yolabs-logo-dark-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29800" y="256032"/>
            <a:ext cx="1874519" cy="4178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02920" y="256032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50" b="1">
                <a:solidFill>
                  <a:srgbClr val="20E3B2"/>
                </a:solidFill>
                <a:latin typeface="Arial"/>
              </a:defRPr>
            </a:pPr>
            <a:r>
              <a:t>HANDS-ON LAB 4 CAPSTONE (55 MINUTES) • ADK, A2A &amp; CLOUD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566928"/>
            <a:ext cx="923544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400" b="1">
                <a:solidFill>
                  <a:srgbClr val="F0F6FC"/>
                </a:solidFill>
                <a:latin typeface="Arial"/>
              </a:defRPr>
            </a:pPr>
            <a:r>
              <a:t>Lab 4 Capstone: Ship the Multi-Agent ADK + A2A 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07008"/>
            <a:ext cx="111556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50">
                <a:solidFill>
                  <a:srgbClr val="8B949E"/>
                </a:solidFill>
                <a:latin typeface="Arial"/>
              </a:defRPr>
            </a:pPr>
            <a:r>
              <a:t>Use Antigravity (/grill-me, /boost, Subagents) to build, test in `adk web`, and validate Terraform deployment</a:t>
            </a:r>
          </a:p>
        </p:txBody>
      </p:sp>
      <p:pic>
        <p:nvPicPr>
          <p:cNvPr id="8" name="Picture 7" descr="adk_a2a_cloud_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5648"/>
            <a:ext cx="5623560" cy="3186684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309360" y="1755648"/>
            <a:ext cx="5376672" cy="4160520"/>
          </a:xfrm>
          <a:prstGeom prst="roundRect">
            <a:avLst/>
          </a:prstGeom>
          <a:solidFill>
            <a:srgbClr val="161B22"/>
          </a:solidFill>
          <a:ln w="1905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309360" y="1755648"/>
            <a:ext cx="5376672" cy="64008"/>
          </a:xfrm>
          <a:prstGeom prst="rect">
            <a:avLst/>
          </a:prstGeom>
          <a:solidFill>
            <a:srgbClr val="20E3B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37960" y="1920240"/>
            <a:ext cx="4919472" cy="3886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 b="1">
                <a:solidFill>
                  <a:srgbClr val="20E3B2"/>
                </a:solidFill>
                <a:latin typeface="Arial"/>
              </a:defRPr>
            </a:pPr>
            <a:r>
              <a:t>Lab 4 Walkthrough &amp; Optimized Prompts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Setup: Run ./labs/lab-04-multi-agent-capstone/install.sh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1 (Google ADK Hierarchy): Implement @src/agents/adk_a2a_orchestrator.py &amp; @adk_agents/retail_pulse/agent.py (WMSInventoryATPAgent + MerchandisingMarginOTIFAgent -&gt; RetailPulseOrchestratorAgent)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2 (A2A Protocol): Expose GET /.well-known/agent.json &amp; POST /api/v1/a2a (JSON-RPC 2.0 tasks/send) + omnichannel split-fulfillment &amp; OTIF chargeback routes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3 (Local ADK Dev UI): Run ./scripts/run_adk_web.sh to test interactively in `adk web` (http://localhost:8080) &amp; run ./labs/lab-04-multi-agent-capstone/verify.sh</a:t>
            </a:r>
          </a:p>
          <a:p>
            <a:pPr>
              <a:spcAft>
                <a:spcPts val="800"/>
              </a:spcAft>
              <a:defRPr sz="1220">
                <a:solidFill>
                  <a:srgbClr val="F0F6FC"/>
                </a:solidFill>
                <a:latin typeface="Arial"/>
              </a:defRPr>
            </a:pPr>
            <a:r>
              <a:t>▸  Task 4 (Terraform &amp; Gemini Enterprise): Validate with ./deploy/deploy_gcp.sh --dry-run, deploy to Cloud Run via Terraform, and connect via ./deploy/register_gemini_enterprise_agent.sh!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6108192"/>
            <a:ext cx="11183112" cy="475488"/>
          </a:xfrm>
          <a:prstGeom prst="rect">
            <a:avLst/>
          </a:prstGeom>
          <a:solidFill>
            <a:srgbClr val="161B22"/>
          </a:solidFill>
          <a:ln w="12700">
            <a:solidFill>
              <a:srgbClr val="30363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" y="6172200"/>
            <a:ext cx="107899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20E3B2"/>
                </a:solidFill>
                <a:latin typeface="Arial"/>
              </a:defRPr>
            </a:pPr>
            <a:r>
              <a:t>Congratulations! Run ./labs/lab-04-multi-agent-capstone/verify.sh to see your full test suite pass 100%!    |    Slide 11/11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